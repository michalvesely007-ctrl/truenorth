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Otázky se odkrývají kliknutím. Necháte dvojice 2–3 minuty na otázku, pak 2–3 postřehy do pléna. Otázky 1–3 míří na značku, motivace a příběh, 4–6 na péči o dárce a plánování komunikace.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rní akcent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3" name="Nadpis"/>
          <p:cNvSpPr txBox="1"/>
          <p:nvPr/>
        </p:nvSpPr>
        <p:spPr>
          <a:xfrm>
            <a:off x="722376" y="512064"/>
            <a:ext cx="10744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183653"/>
                </a:solidFill>
              </a:rPr>
              <a:t>Na rozehřátí: jak to máte s dárci vy?</a:t>
            </a:r>
            <a:endParaRPr lang="en-US" sz="3150" dirty="0"/>
          </a:p>
        </p:txBody>
      </p:sp>
      <p:sp>
        <p:nvSpPr>
          <p:cNvPr id="4" name="Podnadpis"/>
          <p:cNvSpPr txBox="1"/>
          <p:nvPr/>
        </p:nvSpPr>
        <p:spPr>
          <a:xfrm>
            <a:off x="740664" y="123444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53687A"/>
                </a:solidFill>
              </a:rPr>
              <a:t>Šest otázek k rozhovoru ve dvojici. Odkrýváme je postupně, jednu po druhé.</a:t>
            </a:r>
            <a:endParaRPr lang="en-US" sz="1725" dirty="0"/>
          </a:p>
        </p:txBody>
      </p:sp>
      <p:sp>
        <p:nvSpPr>
          <p:cNvPr id="5" name="Karta 1"/>
          <p:cNvSpPr/>
          <p:nvPr/>
        </p:nvSpPr>
        <p:spPr>
          <a:xfrm>
            <a:off x="722376" y="1965960"/>
            <a:ext cx="3398520" cy="2011680"/>
          </a:xfrm>
          <a:prstGeom prst="roundRect">
            <a:avLst>
              <a:gd name="adj" fmla="val 5455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6" name="Číslo 1"/>
          <p:cNvSpPr txBox="1"/>
          <p:nvPr/>
        </p:nvSpPr>
        <p:spPr>
          <a:xfrm>
            <a:off x="950976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F92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Otázka 1"/>
          <p:cNvSpPr txBox="1"/>
          <p:nvPr/>
        </p:nvSpPr>
        <p:spPr>
          <a:xfrm>
            <a:off x="950976" y="2651760"/>
            <a:ext cx="2941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3653"/>
                </a:solidFill>
              </a:rPr>
              <a:t>Proč by vám měl dárce věřit? Zkuste to říct jednou větou.</a:t>
            </a:r>
            <a:endParaRPr lang="en-US" sz="1800" dirty="0"/>
          </a:p>
        </p:txBody>
      </p:sp>
      <p:sp>
        <p:nvSpPr>
          <p:cNvPr id="8" name="Karta 2"/>
          <p:cNvSpPr/>
          <p:nvPr/>
        </p:nvSpPr>
        <p:spPr>
          <a:xfrm>
            <a:off x="4395216" y="1965960"/>
            <a:ext cx="3398520" cy="2011680"/>
          </a:xfrm>
          <a:prstGeom prst="roundRect">
            <a:avLst>
              <a:gd name="adj" fmla="val 5455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9" name="Číslo 2"/>
          <p:cNvSpPr txBox="1"/>
          <p:nvPr/>
        </p:nvSpPr>
        <p:spPr>
          <a:xfrm>
            <a:off x="4623816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F92"/>
                </a:solidFill>
              </a:rPr>
              <a:t>02</a:t>
            </a:r>
            <a:endParaRPr lang="en-US" sz="2400" dirty="0"/>
          </a:p>
        </p:txBody>
      </p:sp>
      <p:sp>
        <p:nvSpPr>
          <p:cNvPr id="10" name="Otázka 2"/>
          <p:cNvSpPr txBox="1"/>
          <p:nvPr/>
        </p:nvSpPr>
        <p:spPr>
          <a:xfrm>
            <a:off x="4623816" y="2651760"/>
            <a:ext cx="2941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3653"/>
                </a:solidFill>
              </a:rPr>
              <a:t>Kdo je váš nejvěrnější dárce? A víte, proč dává právě vám?</a:t>
            </a:r>
            <a:endParaRPr lang="en-US" sz="1800" dirty="0"/>
          </a:p>
        </p:txBody>
      </p:sp>
      <p:sp>
        <p:nvSpPr>
          <p:cNvPr id="11" name="Karta 3"/>
          <p:cNvSpPr/>
          <p:nvPr/>
        </p:nvSpPr>
        <p:spPr>
          <a:xfrm>
            <a:off x="8068056" y="1965960"/>
            <a:ext cx="3398520" cy="2011680"/>
          </a:xfrm>
          <a:prstGeom prst="roundRect">
            <a:avLst>
              <a:gd name="adj" fmla="val 5455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12" name="Číslo 3"/>
          <p:cNvSpPr txBox="1"/>
          <p:nvPr/>
        </p:nvSpPr>
        <p:spPr>
          <a:xfrm>
            <a:off x="8296656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F92"/>
                </a:solidFill>
              </a:rPr>
              <a:t>03</a:t>
            </a:r>
            <a:endParaRPr lang="en-US" sz="2400" dirty="0"/>
          </a:p>
        </p:txBody>
      </p:sp>
      <p:sp>
        <p:nvSpPr>
          <p:cNvPr id="13" name="Otázka 3"/>
          <p:cNvSpPr txBox="1"/>
          <p:nvPr/>
        </p:nvSpPr>
        <p:spPr>
          <a:xfrm>
            <a:off x="8296656" y="2651760"/>
            <a:ext cx="2941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3653"/>
                </a:solidFill>
              </a:rPr>
              <a:t>Který příběh z vaší práce vyprávíte nejraději? Funguje i na dárce?</a:t>
            </a:r>
            <a:endParaRPr lang="en-US" sz="1800" dirty="0"/>
          </a:p>
        </p:txBody>
      </p:sp>
      <p:sp>
        <p:nvSpPr>
          <p:cNvPr id="14" name="Karta 4"/>
          <p:cNvSpPr/>
          <p:nvPr/>
        </p:nvSpPr>
        <p:spPr>
          <a:xfrm>
            <a:off x="722376" y="4251960"/>
            <a:ext cx="3398520" cy="2011680"/>
          </a:xfrm>
          <a:prstGeom prst="roundRect">
            <a:avLst>
              <a:gd name="adj" fmla="val 5455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15" name="Číslo 4"/>
          <p:cNvSpPr txBox="1"/>
          <p:nvPr/>
        </p:nvSpPr>
        <p:spPr>
          <a:xfrm>
            <a:off x="950976" y="4434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F92"/>
                </a:solidFill>
              </a:rPr>
              <a:t>04</a:t>
            </a:r>
            <a:endParaRPr lang="en-US" sz="2400" dirty="0"/>
          </a:p>
        </p:txBody>
      </p:sp>
      <p:sp>
        <p:nvSpPr>
          <p:cNvPr id="16" name="Otázka 4"/>
          <p:cNvSpPr txBox="1"/>
          <p:nvPr/>
        </p:nvSpPr>
        <p:spPr>
          <a:xfrm>
            <a:off x="950976" y="4937760"/>
            <a:ext cx="2941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3653"/>
                </a:solidFill>
              </a:rPr>
              <a:t>Kdy jste naposledy poděkovali tak, že si to dárce zapamatoval?</a:t>
            </a:r>
            <a:endParaRPr lang="en-US" sz="1800" dirty="0"/>
          </a:p>
        </p:txBody>
      </p:sp>
      <p:sp>
        <p:nvSpPr>
          <p:cNvPr id="17" name="Karta 5"/>
          <p:cNvSpPr/>
          <p:nvPr/>
        </p:nvSpPr>
        <p:spPr>
          <a:xfrm>
            <a:off x="4395216" y="4251960"/>
            <a:ext cx="3398520" cy="2011680"/>
          </a:xfrm>
          <a:prstGeom prst="roundRect">
            <a:avLst>
              <a:gd name="adj" fmla="val 5455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18" name="Číslo 5"/>
          <p:cNvSpPr txBox="1"/>
          <p:nvPr/>
        </p:nvSpPr>
        <p:spPr>
          <a:xfrm>
            <a:off x="4623816" y="4434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F92"/>
                </a:solidFill>
              </a:rPr>
              <a:t>05</a:t>
            </a:r>
            <a:endParaRPr lang="en-US" sz="2400" dirty="0"/>
          </a:p>
        </p:txBody>
      </p:sp>
      <p:sp>
        <p:nvSpPr>
          <p:cNvPr id="19" name="Otázka 5"/>
          <p:cNvSpPr txBox="1"/>
          <p:nvPr/>
        </p:nvSpPr>
        <p:spPr>
          <a:xfrm>
            <a:off x="4623816" y="4937760"/>
            <a:ext cx="2941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3653"/>
                </a:solidFill>
              </a:rPr>
              <a:t>Co se s dárcem děje mezi dvěma kampaněmi?</a:t>
            </a:r>
            <a:endParaRPr lang="en-US" sz="1800" dirty="0"/>
          </a:p>
        </p:txBody>
      </p:sp>
      <p:sp>
        <p:nvSpPr>
          <p:cNvPr id="20" name="Karta 6"/>
          <p:cNvSpPr/>
          <p:nvPr/>
        </p:nvSpPr>
        <p:spPr>
          <a:xfrm>
            <a:off x="8068056" y="4251960"/>
            <a:ext cx="3398520" cy="2011680"/>
          </a:xfrm>
          <a:prstGeom prst="roundRect">
            <a:avLst>
              <a:gd name="adj" fmla="val 5455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21" name="Číslo 6"/>
          <p:cNvSpPr txBox="1"/>
          <p:nvPr/>
        </p:nvSpPr>
        <p:spPr>
          <a:xfrm>
            <a:off x="8296656" y="4434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8F92"/>
                </a:solidFill>
              </a:rPr>
              <a:t>06</a:t>
            </a:r>
            <a:endParaRPr lang="en-US" sz="2400" dirty="0"/>
          </a:p>
        </p:txBody>
      </p:sp>
      <p:sp>
        <p:nvSpPr>
          <p:cNvPr id="22" name="Otázka 6"/>
          <p:cNvSpPr txBox="1"/>
          <p:nvPr/>
        </p:nvSpPr>
        <p:spPr>
          <a:xfrm>
            <a:off x="8296656" y="4937760"/>
            <a:ext cx="2941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3653"/>
                </a:solidFill>
              </a:rPr>
              <a:t>Co vám v komunikaci s dárci chybí nejvíc: čas, data, nebo odvaha?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6" grpId="0"/>
      <p:bldP spid="19" grpId="0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2026-10-23T05:11:17Z</dcterms:created>
  <dcterms:modified xsi:type="dcterms:W3CDTF">2026-10-23T05:11:17Z</dcterms:modified>
</cp:coreProperties>
</file>