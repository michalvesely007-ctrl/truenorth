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Otázky se odkrývají kliknutím. Každý účastník odpoví krátce na všechny tři; odpovědi na otázku 3 si zapište na flipchart a na konci dne se k nim vraťte.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rní akcent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68F92"/>
          </a:solidFill>
          <a:ln w="12700">
            <a:solidFill>
              <a:srgbClr val="168F92"/>
            </a:solidFill>
            <a:prstDash val="solid"/>
          </a:ln>
        </p:spPr>
      </p:sp>
      <p:sp>
        <p:nvSpPr>
          <p:cNvPr id="3" name="Nadpis"/>
          <p:cNvSpPr txBox="1"/>
          <p:nvPr/>
        </p:nvSpPr>
        <p:spPr>
          <a:xfrm>
            <a:off x="722376" y="512064"/>
            <a:ext cx="10744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183653"/>
                </a:solidFill>
              </a:rPr>
              <a:t>Očekávání?</a:t>
            </a:r>
            <a:endParaRPr lang="en-US" sz="3150" dirty="0"/>
          </a:p>
        </p:txBody>
      </p:sp>
      <p:sp>
        <p:nvSpPr>
          <p:cNvPr id="4" name="Karta 1"/>
          <p:cNvSpPr/>
          <p:nvPr/>
        </p:nvSpPr>
        <p:spPr>
          <a:xfrm>
            <a:off x="722376" y="1691640"/>
            <a:ext cx="10744200" cy="1325880"/>
          </a:xfrm>
          <a:prstGeom prst="roundRect">
            <a:avLst>
              <a:gd name="adj" fmla="val 8276"/>
            </a:avLst>
          </a:prstGeom>
          <a:solidFill>
            <a:srgbClr val="E3F1F1"/>
          </a:solidFill>
          <a:ln w="12700">
            <a:solidFill>
              <a:srgbClr val="E3F1F1"/>
            </a:solidFill>
            <a:prstDash val="solid"/>
          </a:ln>
        </p:spPr>
      </p:sp>
      <p:sp>
        <p:nvSpPr>
          <p:cNvPr id="5" name="Kruh 1"/>
          <p:cNvSpPr/>
          <p:nvPr/>
        </p:nvSpPr>
        <p:spPr>
          <a:xfrm>
            <a:off x="996696" y="1965960"/>
            <a:ext cx="777240" cy="777240"/>
          </a:xfrm>
          <a:prstGeom prst="ellipse">
            <a:avLst/>
          </a:prstGeom>
          <a:solidFill>
            <a:srgbClr val="168F92"/>
          </a:solidFill>
          <a:ln w="12700">
            <a:solidFill>
              <a:srgbClr val="168F92"/>
            </a:solidFill>
            <a:prstDash val="solid"/>
          </a:ln>
        </p:spPr>
      </p:sp>
      <p:sp>
        <p:nvSpPr>
          <p:cNvPr id="6" name="Číslo 1"/>
          <p:cNvSpPr txBox="1"/>
          <p:nvPr/>
        </p:nvSpPr>
        <p:spPr>
          <a:xfrm>
            <a:off x="996696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7" name="Otázka 1"/>
          <p:cNvSpPr txBox="1"/>
          <p:nvPr/>
        </p:nvSpPr>
        <p:spPr>
          <a:xfrm>
            <a:off x="2093976" y="1691640"/>
            <a:ext cx="9052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653"/>
                </a:solidFill>
              </a:rPr>
              <a:t>Kterou skupinu dárců nebo podporovatelů teď potřebujete lépe oslovit?</a:t>
            </a:r>
            <a:endParaRPr lang="en-US" sz="2400" dirty="0"/>
          </a:p>
        </p:txBody>
      </p:sp>
      <p:sp>
        <p:nvSpPr>
          <p:cNvPr id="8" name="Karta 2"/>
          <p:cNvSpPr/>
          <p:nvPr/>
        </p:nvSpPr>
        <p:spPr>
          <a:xfrm>
            <a:off x="722376" y="3291840"/>
            <a:ext cx="10744200" cy="1325880"/>
          </a:xfrm>
          <a:prstGeom prst="roundRect">
            <a:avLst>
              <a:gd name="adj" fmla="val 8276"/>
            </a:avLst>
          </a:prstGeom>
          <a:solidFill>
            <a:srgbClr val="E3F1F1"/>
          </a:solidFill>
          <a:ln w="12700">
            <a:solidFill>
              <a:srgbClr val="E3F1F1"/>
            </a:solidFill>
            <a:prstDash val="solid"/>
          </a:ln>
        </p:spPr>
      </p:sp>
      <p:sp>
        <p:nvSpPr>
          <p:cNvPr id="9" name="Kruh 2"/>
          <p:cNvSpPr/>
          <p:nvPr/>
        </p:nvSpPr>
        <p:spPr>
          <a:xfrm>
            <a:off x="996696" y="3566160"/>
            <a:ext cx="777240" cy="777240"/>
          </a:xfrm>
          <a:prstGeom prst="ellipse">
            <a:avLst/>
          </a:prstGeom>
          <a:solidFill>
            <a:srgbClr val="168F92"/>
          </a:solidFill>
          <a:ln w="12700">
            <a:solidFill>
              <a:srgbClr val="168F92"/>
            </a:solidFill>
            <a:prstDash val="solid"/>
          </a:ln>
        </p:spPr>
      </p:sp>
      <p:sp>
        <p:nvSpPr>
          <p:cNvPr id="10" name="Číslo 2"/>
          <p:cNvSpPr txBox="1"/>
          <p:nvPr/>
        </p:nvSpPr>
        <p:spPr>
          <a:xfrm>
            <a:off x="996696" y="3566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1" name="Otázka 2"/>
          <p:cNvSpPr txBox="1"/>
          <p:nvPr/>
        </p:nvSpPr>
        <p:spPr>
          <a:xfrm>
            <a:off x="2093976" y="3291840"/>
            <a:ext cx="9052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653"/>
                </a:solidFill>
              </a:rPr>
              <a:t>Co jim dnes nejde snadno pochopit o vaší organizaci nebo jejím dopadu?</a:t>
            </a:r>
            <a:endParaRPr lang="en-US" sz="2400" dirty="0"/>
          </a:p>
        </p:txBody>
      </p:sp>
      <p:sp>
        <p:nvSpPr>
          <p:cNvPr id="12" name="Karta 3"/>
          <p:cNvSpPr/>
          <p:nvPr/>
        </p:nvSpPr>
        <p:spPr>
          <a:xfrm>
            <a:off x="722376" y="4892040"/>
            <a:ext cx="10744200" cy="1325880"/>
          </a:xfrm>
          <a:prstGeom prst="roundRect">
            <a:avLst>
              <a:gd name="adj" fmla="val 8276"/>
            </a:avLst>
          </a:prstGeom>
          <a:solidFill>
            <a:srgbClr val="E3F1F1"/>
          </a:solidFill>
          <a:ln w="12700">
            <a:solidFill>
              <a:srgbClr val="E3F1F1"/>
            </a:solidFill>
            <a:prstDash val="solid"/>
          </a:ln>
        </p:spPr>
      </p:sp>
      <p:sp>
        <p:nvSpPr>
          <p:cNvPr id="13" name="Kruh 3"/>
          <p:cNvSpPr/>
          <p:nvPr/>
        </p:nvSpPr>
        <p:spPr>
          <a:xfrm>
            <a:off x="996696" y="5166360"/>
            <a:ext cx="777240" cy="777240"/>
          </a:xfrm>
          <a:prstGeom prst="ellipse">
            <a:avLst/>
          </a:prstGeom>
          <a:solidFill>
            <a:srgbClr val="168F92"/>
          </a:solidFill>
          <a:ln w="12700">
            <a:solidFill>
              <a:srgbClr val="168F92"/>
            </a:solidFill>
            <a:prstDash val="solid"/>
          </a:ln>
        </p:spPr>
      </p:sp>
      <p:sp>
        <p:nvSpPr>
          <p:cNvPr id="14" name="Číslo 3"/>
          <p:cNvSpPr txBox="1"/>
          <p:nvPr/>
        </p:nvSpPr>
        <p:spPr>
          <a:xfrm>
            <a:off x="996696" y="5166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15" name="Otázka 3"/>
          <p:cNvSpPr txBox="1"/>
          <p:nvPr/>
        </p:nvSpPr>
        <p:spPr>
          <a:xfrm>
            <a:off x="2093976" y="4892040"/>
            <a:ext cx="9052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653"/>
                </a:solidFill>
              </a:rPr>
              <a:t>Jaký konkrétní výstup chcete mít po dnešku hotový?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2026-10-23T05:19:03Z</dcterms:created>
  <dcterms:modified xsi:type="dcterms:W3CDTF">2026-10-23T05:19:03Z</dcterms:modified>
</cp:coreProperties>
</file>